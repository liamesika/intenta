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2743200" cy="27432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822960"/>
            <a:ext cx="2377440" cy="292608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1568" y="85039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INTELLIGENCE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vs Impact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286000" y="3127248"/>
            <a:ext cx="4572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doesn't just inform — it influences.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9664" y="466344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466344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466344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46634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466344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doesn't just inform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shapes perception.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story. Different perception.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36576" cy="822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48256"/>
            <a:ext cx="457200" cy="457200"/>
          </a:xfrm>
          <a:prstGeom prst="ellipse">
            <a:avLst/>
          </a:prstGeom>
          <a:solidFill>
            <a:srgbClr val="F43F5E">
              <a:alpha val="2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984248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Headlines, framing choices, and emotional language make the same story feel entirely different across sources.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834640"/>
            <a:ext cx="36576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08376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2944368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are influenced by structural language patterns they can't see — loaded vocabulary, urgency framing, in-group cues.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36576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968496"/>
            <a:ext cx="457200" cy="457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5880" y="3904488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fast, visual tool that surfaces these patterns for a non-expert reader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36576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Intenta makes the invisible visible.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260604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64208"/>
            <a:ext cx="26060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874520"/>
            <a:ext cx="457200" cy="4572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299923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framing choices, tone register, emotional load, and bias signals embedded in any text.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64208"/>
            <a:ext cx="260604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64208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1874520"/>
            <a:ext cx="457200" cy="45720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intelligence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6432" y="299923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phrase is highlighted inline with a color-coded category and a one-sentence hedged explanation on hover.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664208"/>
            <a:ext cx="260604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664208"/>
            <a:ext cx="26060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874520"/>
            <a:ext cx="457200" cy="45720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5352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Rebalance language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5352" y="299923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neutral rewrite that preserves the substantive content while reducing the affective charge.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steps. Seconds. Real understanding.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59152" y="2606040"/>
            <a:ext cx="1828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901952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36576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91640"/>
            <a:ext cx="777240" cy="77724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09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" y="26791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324612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URL.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Auto-fetched &amp; cleaned.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3984" y="2606040"/>
            <a:ext cx="1828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508760"/>
            <a:ext cx="1901952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508760"/>
            <a:ext cx="36576" cy="3200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691640"/>
            <a:ext cx="777240" cy="77724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709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70048" y="26791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70048" y="324612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AI pipeline runs framing + bias detection.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28816" y="2606040"/>
            <a:ext cx="1828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508760"/>
            <a:ext cx="1901952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508760"/>
            <a:ext cx="36576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5504" y="1691640"/>
            <a:ext cx="777240" cy="77724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1709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26791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Highlights, cards, and scores make patterns visible.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11696" y="1508760"/>
            <a:ext cx="1901952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11696" y="1508760"/>
            <a:ext cx="36576" cy="3200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0336" y="1691640"/>
            <a:ext cx="777240" cy="77724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1709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39712" y="26791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39712" y="324612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version with a word-level diff view.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text → to insight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5720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984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CONTENT  ·  ANNOTATED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42976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72768" y="1682496"/>
            <a:ext cx="566928" cy="219456"/>
          </a:xfrm>
          <a:prstGeom prst="rect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16916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slammed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57984" y="1664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proposed policy on Tuesday,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956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that it could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12848" y="1975104"/>
            <a:ext cx="694944" cy="219456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198424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devastate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1956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businesses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249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region. Critics say the plan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89888" y="2560320"/>
            <a:ext cx="960120" cy="219456"/>
          </a:xfrm>
          <a:prstGeom prst="rect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256946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concerns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59152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working families.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was submitted on Monday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81328" y="3127248"/>
            <a:ext cx="1005840" cy="219456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1455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flagged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47672" y="33375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4462272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signal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0" y="44622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67128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44622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20640" y="1188720"/>
            <a:ext cx="3657600" cy="11155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0" y="1188720"/>
            <a:ext cx="36576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12618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5232" y="15361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positions opponents as protective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proposal as harmful.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20640" y="2450592"/>
            <a:ext cx="3657600" cy="11155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20640" y="2450592"/>
            <a:ext cx="36576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2523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 &amp; EMOTION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5232" y="279806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Alarm, urgency, grievance.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20640" y="3712464"/>
            <a:ext cx="3657600" cy="11155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3712464"/>
            <a:ext cx="36576" cy="11155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 SIGNALS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85232" y="40599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detected — loaded verbs, asymmetric sourcing.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3831336"/>
            <a:ext cx="36576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20640" y="3831336"/>
            <a:ext cx="36576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5232" y="3867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SCORES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85232" y="41056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285232" y="4306824"/>
            <a:ext cx="100584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85232" y="4306824"/>
            <a:ext cx="824789" cy="91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85232" y="4416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55664" y="41056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55664" y="4306824"/>
            <a:ext cx="100584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55664" y="4306824"/>
            <a:ext cx="341986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55664" y="4416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26096" y="41056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626096" y="4306824"/>
            <a:ext cx="100584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26096" y="4306824"/>
            <a:ext cx="71414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26096" y="4416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HIGHLIGHT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phrase. Explained.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proposal, which critics call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48256"/>
            <a:ext cx="731520" cy="347472"/>
          </a:xfrm>
          <a:prstGeom prst="rect">
            <a:avLst/>
          </a:prstGeom>
          <a:solidFill>
            <a:srgbClr val="F43F5E">
              <a:alpha val="2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06654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0482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10512" y="2048256"/>
            <a:ext cx="1005840" cy="347472"/>
          </a:xfrm>
          <a:prstGeom prst="rect">
            <a:avLst/>
          </a:prstGeom>
          <a:solidFill>
            <a:srgbClr val="F43F5E">
              <a:alpha val="2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206654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25496" y="2048256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432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unveiled before 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70048" y="2432304"/>
            <a:ext cx="1234440" cy="347472"/>
          </a:xfrm>
          <a:prstGeom prst="rect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2450592"/>
            <a:ext cx="1216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shocked 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13632" y="243230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 is scheduled for 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44368" y="2816352"/>
            <a:ext cx="914400" cy="347472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283464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3310128"/>
            <a:ext cx="3474720" cy="1188720"/>
          </a:xfrm>
          <a:prstGeom prst="rect">
            <a:avLst/>
          </a:prstGeom>
          <a:solidFill>
            <a:srgbClr val="0F1E35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43584" y="347472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8176" y="34381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 SIGNAL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43584" y="37124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phrasing may indicate loaded framing.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"reckless" and "dangerous" are evaluative labels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sourced to any named party.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1417320"/>
            <a:ext cx="283464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44768" y="1536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CATEGORIES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89320" y="1920240"/>
            <a:ext cx="36576" cy="8046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938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44768" y="22128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language,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generalizations,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framing.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907792"/>
            <a:ext cx="36576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 cue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320040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Affectively charged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that heighten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response.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3895344"/>
            <a:ext cx="36576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418795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factual anchors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provide context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affect.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why a phrase is flagged —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 REWRITE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content. Balanced perspective.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facts. Different framing.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31920" cy="3429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36576" cy="3429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179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792224"/>
            <a:ext cx="36576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1920240"/>
            <a:ext cx="594360" cy="237744"/>
          </a:xfrm>
          <a:prstGeom prst="rect">
            <a:avLst/>
          </a:prstGeom>
          <a:solidFill>
            <a:srgbClr val="F43F5E">
              <a:alpha val="2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9304" y="1929384"/>
            <a:ext cx="576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slammed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83664" y="1901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proposal,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it could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56816" y="2231136"/>
            <a:ext cx="694944" cy="2377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24028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devastate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0048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businesses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region. Critics say the plan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08176" y="2852928"/>
            <a:ext cx="914400" cy="237744"/>
          </a:xfrm>
          <a:prstGeom prst="rect">
            <a:avLst/>
          </a:prstGeom>
          <a:solidFill>
            <a:srgbClr val="F43F5E">
              <a:alpha val="2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8620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concerns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40864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working families.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218688"/>
            <a:ext cx="329184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218688"/>
            <a:ext cx="2699309" cy="91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467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Intensity: 82 / 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6027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Balance:   34 / 100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3108960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800600" y="1417320"/>
            <a:ext cx="3931920" cy="3429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417320"/>
            <a:ext cx="36576" cy="3429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15179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 REWRITE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1463040"/>
            <a:ext cx="1572768" cy="25603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148132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DIFF 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983480" y="1792224"/>
            <a:ext cx="36576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Lawmakers expressed 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01968" y="1901952"/>
            <a:ext cx="960120" cy="25603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19202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warned it may negatively affect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in the region.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Critics have questioned whether the plan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145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adequately reflects constituent concerns.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83480" y="3511296"/>
            <a:ext cx="329184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83480" y="3511296"/>
            <a:ext cx="1250899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639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Intensity: 38 / 100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38953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Balance:   76 / 100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MODE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story. Completely different perception.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822960"/>
          </a:xfrm>
          <a:prstGeom prst="rect">
            <a:avLst/>
          </a:prstGeom>
          <a:solidFill>
            <a:srgbClr val="130B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53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SNAPSHOT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 uses 3× more emotional framing than Content B.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353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693408" y="1572768"/>
            <a:ext cx="146304" cy="3749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94576" y="1572768"/>
            <a:ext cx="146304" cy="155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1353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51776" y="1572768"/>
            <a:ext cx="146304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52944" y="1572768"/>
            <a:ext cx="146304" cy="3246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416" y="1353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010144" y="1572768"/>
            <a:ext cx="146304" cy="297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572768"/>
            <a:ext cx="146304" cy="3566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240280"/>
            <a:ext cx="406908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240280"/>
            <a:ext cx="36576" cy="2697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31720"/>
            <a:ext cx="329184" cy="329184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23591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OUTLET A — HIGH INTENSITY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2706624"/>
            <a:ext cx="37947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78892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controversial bill, pushed through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fierce opposition, threatens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upend years of reform progress.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Critics call it a direct attack 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" y="4572000"/>
            <a:ext cx="365760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4572000"/>
            <a:ext cx="29992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Intensity: 82  ·  Bias signals: 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240280"/>
            <a:ext cx="406908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240280"/>
            <a:ext cx="36576" cy="2697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331720"/>
            <a:ext cx="329184" cy="32918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23591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OUTLET B — LOW INTENSITY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2706624"/>
            <a:ext cx="37947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78892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passed its first reading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amid debate over its scope and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public funding.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Supporters and critics offered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differing assessments.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28032" y="4572000"/>
            <a:ext cx="365760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4572000"/>
            <a:ext cx="102412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Intensity: 28  ·  Bias signals: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MODE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translates analysis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into plain language.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83210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920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INPUT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21762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was rushed through without consultation, ignoring the very people it was meant to help.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2816352"/>
            <a:ext cx="0" cy="22860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834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108960"/>
            <a:ext cx="83210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108960"/>
            <a:ext cx="8321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255264"/>
            <a:ext cx="329184" cy="329184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644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3291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INTENTA EXPLANATION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"Rushed through" implies procedural impropriety without citing a source. "The very people it was meant to help" frames the situation as betrayal. Together, these phrases prime a critical reading stance before any factual argument is made.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scale.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now.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system, not a prototype.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402336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20240"/>
            <a:ext cx="36576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41401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77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(GPT-4o)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624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JSON-mode structured output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90779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871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system prompt — content intelligence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1546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118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Hedged language enforcement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920240"/>
            <a:ext cx="402336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20240"/>
            <a:ext cx="36576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11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41401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2377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API routes (Node.js)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26609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24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endpoints: /analyze · /explain · /fetch-url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29077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871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schema normalization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3118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fetching + noise-stripping parser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566160"/>
            <a:ext cx="402336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566160"/>
            <a:ext cx="36576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57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40599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5.6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43068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4270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highlight engine (overlap resolver)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45537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517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diff system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48006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764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progressive loading (5 steps)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566160"/>
            <a:ext cx="402336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566160"/>
            <a:ext cx="36576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657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92040" y="40599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 — built from scratch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43068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6632" y="4270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 system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92040" y="45537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4517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/ Hebrew language support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92040" y="48006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56632" y="4764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Dark-first responsive layout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DIFFERENT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tools talk about content.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Intenta talks about how content works.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6093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category of AI tools.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411480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INTENTA IS NOT →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276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summarizer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551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shorten. Doesn't rephrase for convenience.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97180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16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3191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conversation. No opinion. No moralizing.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61188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557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fact-checker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3831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determine truth. Doesn't assign blame.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25196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197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news app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4471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aggregate. Doesn't curate.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920240"/>
            <a:ext cx="402336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920240"/>
            <a:ext cx="40233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011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INTENTA IS →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92040" y="237744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408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Framing 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88036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8437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signal detection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383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3467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 load mapping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8862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8496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Neutral rewriting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438912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3525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visualization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how content shapes perception.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657600"/>
            <a:ext cx="3657600" cy="36576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286000" y="1828800"/>
            <a:ext cx="4572000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</a:t>
            </a:r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says 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shapes perception.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2999232"/>
            <a:ext cx="4572000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54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 ·  Research Preview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4160520"/>
            <a:ext cx="3657600" cy="0"/>
          </a:xfrm>
          <a:prstGeom prst="line">
            <a:avLst/>
          </a:prstGeom>
          <a:noFill/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3159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changes how you see it.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04488" y="461772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05656" y="4617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461772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46177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46177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0328" y="461772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Intenta — Smart Content Intelligence Platform</dc:title>
  <dc:subject>PptxGenJS Presentation</dc:subject>
  <dc:creator>Intenta</dc:creator>
  <cp:lastModifiedBy>Intenta</cp:lastModifiedBy>
  <cp:revision>1</cp:revision>
  <dcterms:created xsi:type="dcterms:W3CDTF">2026-04-25T20:46:35Z</dcterms:created>
  <dcterms:modified xsi:type="dcterms:W3CDTF">2026-04-25T20:46:35Z</dcterms:modified>
</cp:coreProperties>
</file>